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19" autoAdjust="0"/>
  </p:normalViewPr>
  <p:slideViewPr>
    <p:cSldViewPr snapToGrid="0">
      <p:cViewPr varScale="1">
        <p:scale>
          <a:sx n="65" d="100"/>
          <a:sy n="65" d="100"/>
        </p:scale>
        <p:origin x="9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9/30/2023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17394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 ACCIDENT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pPr algn="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team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0B88-8596-C7CF-9353-1ED45D67C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54696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Sheet Creation</a:t>
            </a:r>
          </a:p>
        </p:txBody>
      </p:sp>
      <p:pic>
        <p:nvPicPr>
          <p:cNvPr id="5" name="Content Placeholder 4" descr="A screenshot of a computer">
            <a:extLst>
              <a:ext uri="{FF2B5EF4-FFF2-40B4-BE49-F238E27FC236}">
                <a16:creationId xmlns:a16="http://schemas.microsoft.com/office/drawing/2014/main" id="{4AE68A2D-5E47-2B35-B01B-ED9398159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592826"/>
            <a:ext cx="10804563" cy="4866968"/>
          </a:xfrm>
        </p:spPr>
      </p:pic>
    </p:spTree>
    <p:extLst>
      <p:ext uri="{BB962C8B-B14F-4D97-AF65-F5344CB8AC3E}">
        <p14:creationId xmlns:p14="http://schemas.microsoft.com/office/powerpoint/2010/main" val="89706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E389-0829-0AA3-1984-C79EA3A7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7"/>
            <a:ext cx="11029616" cy="757934"/>
          </a:xfrm>
        </p:spPr>
        <p:txBody>
          <a:bodyPr/>
          <a:lstStyle/>
          <a:p>
            <a:pPr algn="ctr"/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pic>
        <p:nvPicPr>
          <p:cNvPr id="5" name="Content Placeholder 4" descr="A screenshot of a computer dashboard&#10;&#10;Description automatically generated">
            <a:extLst>
              <a:ext uri="{FF2B5EF4-FFF2-40B4-BE49-F238E27FC236}">
                <a16:creationId xmlns:a16="http://schemas.microsoft.com/office/drawing/2014/main" id="{A7E48D3F-DF81-F707-6506-41E06D934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592827"/>
            <a:ext cx="11029616" cy="5043948"/>
          </a:xfrm>
        </p:spPr>
      </p:pic>
    </p:spTree>
    <p:extLst>
      <p:ext uri="{BB962C8B-B14F-4D97-AF65-F5344CB8AC3E}">
        <p14:creationId xmlns:p14="http://schemas.microsoft.com/office/powerpoint/2010/main" val="107621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D936-399E-2178-04A0-AE6B6C72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C6DF1-0E42-B405-9307-37E31A3D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016478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{79DCE127-376B-489A-91C0-A8F57978691D}tf33552983_win32</Template>
  <TotalTime>15</TotalTime>
  <Words>14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Algerian</vt:lpstr>
      <vt:lpstr>Franklin Gothic Book</vt:lpstr>
      <vt:lpstr>Franklin Gothic Demi</vt:lpstr>
      <vt:lpstr>Times New Roman</vt:lpstr>
      <vt:lpstr>Wingdings 2</vt:lpstr>
      <vt:lpstr>DividendVTI</vt:lpstr>
      <vt:lpstr>ROAD ACCIDENT DASHBOARD</vt:lpstr>
      <vt:lpstr>Data Analysis Sheet Creation</vt:lpstr>
      <vt:lpstr>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 ACCIDENT DASHBOARD</dc:title>
  <dc:creator>Khushi Agarwal</dc:creator>
  <cp:lastModifiedBy>Khushi Agarwal</cp:lastModifiedBy>
  <cp:revision>1</cp:revision>
  <dcterms:created xsi:type="dcterms:W3CDTF">2023-09-30T17:39:56Z</dcterms:created>
  <dcterms:modified xsi:type="dcterms:W3CDTF">2023-09-30T17:55:41Z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